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47C4-07C2-4ED6-958A-DE240861A4A5}" v="1" dt="2026-06-08T08:17:46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li Patil" userId="7183e51adb96fb83" providerId="LiveId" clId="{75F6F52D-750F-45AA-82BF-B75F694176C9}"/>
    <pc:docChg chg="custSel addSld modSld">
      <pc:chgData name="Sayali Patil" userId="7183e51adb96fb83" providerId="LiveId" clId="{75F6F52D-750F-45AA-82BF-B75F694176C9}" dt="2026-06-08T08:19:01.124" v="84" actId="255"/>
      <pc:docMkLst>
        <pc:docMk/>
      </pc:docMkLst>
      <pc:sldChg chg="addSp delSp modSp new mod">
        <pc:chgData name="Sayali Patil" userId="7183e51adb96fb83" providerId="LiveId" clId="{75F6F52D-750F-45AA-82BF-B75F694176C9}" dt="2026-06-08T08:19:01.124" v="84" actId="255"/>
        <pc:sldMkLst>
          <pc:docMk/>
          <pc:sldMk cId="3914423641" sldId="256"/>
        </pc:sldMkLst>
        <pc:spChg chg="add del mod">
          <ac:chgData name="Sayali Patil" userId="7183e51adb96fb83" providerId="LiveId" clId="{75F6F52D-750F-45AA-82BF-B75F694176C9}" dt="2026-06-08T08:15:14.005" v="16" actId="478"/>
          <ac:spMkLst>
            <pc:docMk/>
            <pc:sldMk cId="3914423641" sldId="256"/>
            <ac:spMk id="2" creationId="{CFA510B2-BEDA-A6F9-9593-FAD9004E5C9F}"/>
          </ac:spMkLst>
        </pc:spChg>
        <pc:spChg chg="add mod">
          <ac:chgData name="Sayali Patil" userId="7183e51adb96fb83" providerId="LiveId" clId="{75F6F52D-750F-45AA-82BF-B75F694176C9}" dt="2026-06-08T08:18:18.498" v="66" actId="20577"/>
          <ac:spMkLst>
            <pc:docMk/>
            <pc:sldMk cId="3914423641" sldId="256"/>
            <ac:spMk id="3" creationId="{E1492963-EA2A-1B7E-9841-46BB0FA95D9B}"/>
          </ac:spMkLst>
        </pc:spChg>
        <pc:spChg chg="add mod">
          <ac:chgData name="Sayali Patil" userId="7183e51adb96fb83" providerId="LiveId" clId="{75F6F52D-750F-45AA-82BF-B75F694176C9}" dt="2026-06-08T08:17:35.711" v="47" actId="1076"/>
          <ac:spMkLst>
            <pc:docMk/>
            <pc:sldMk cId="3914423641" sldId="256"/>
            <ac:spMk id="4" creationId="{B26F127B-E72A-5416-9986-E27F0E0DEA21}"/>
          </ac:spMkLst>
        </pc:spChg>
        <pc:spChg chg="add">
          <ac:chgData name="Sayali Patil" userId="7183e51adb96fb83" providerId="LiveId" clId="{75F6F52D-750F-45AA-82BF-B75F694176C9}" dt="2026-06-06T20:39:27.722" v="3" actId="11529"/>
          <ac:spMkLst>
            <pc:docMk/>
            <pc:sldMk cId="3914423641" sldId="256"/>
            <ac:spMk id="5" creationId="{1D68DE7A-64C0-BA5E-4261-C6F3D93A38F4}"/>
          </ac:spMkLst>
        </pc:spChg>
        <pc:spChg chg="add mod">
          <ac:chgData name="Sayali Patil" userId="7183e51adb96fb83" providerId="LiveId" clId="{75F6F52D-750F-45AA-82BF-B75F694176C9}" dt="2026-06-08T08:16:23.302" v="41" actId="255"/>
          <ac:spMkLst>
            <pc:docMk/>
            <pc:sldMk cId="3914423641" sldId="256"/>
            <ac:spMk id="6" creationId="{E71C2323-348F-EFF2-9587-B72A0166C4C2}"/>
          </ac:spMkLst>
        </pc:spChg>
        <pc:spChg chg="add mod">
          <ac:chgData name="Sayali Patil" userId="7183e51adb96fb83" providerId="LiveId" clId="{75F6F52D-750F-45AA-82BF-B75F694176C9}" dt="2026-06-08T08:18:03.195" v="51" actId="255"/>
          <ac:spMkLst>
            <pc:docMk/>
            <pc:sldMk cId="3914423641" sldId="256"/>
            <ac:spMk id="7" creationId="{9472CBBC-C577-3B44-85B5-592573803C65}"/>
          </ac:spMkLst>
        </pc:spChg>
        <pc:spChg chg="add mod">
          <ac:chgData name="Sayali Patil" userId="7183e51adb96fb83" providerId="LiveId" clId="{75F6F52D-750F-45AA-82BF-B75F694176C9}" dt="2026-06-08T08:19:01.124" v="84" actId="255"/>
          <ac:spMkLst>
            <pc:docMk/>
            <pc:sldMk cId="3914423641" sldId="256"/>
            <ac:spMk id="8" creationId="{086F39E3-4C4E-41C0-A964-199A1007A9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1372-333A-DDF3-B094-1064A83D1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949F2-DEC5-3C55-FF9C-702508B54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DEC8-A985-BF9C-FE55-556573F0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1906-E8A3-8C07-D8AF-598D0AC3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46B5-7D94-CBF1-1A8C-B33BEF32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49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85A4A-FA06-5335-8853-F7E48BB7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43235-2909-E7B5-26C2-EE2F31091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328B-2DD8-0343-C989-ED5E61C6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0137E-F47F-0EA7-5642-67CA16CA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AA18-FFF9-9032-7F49-9F8DF982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7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6443-82EC-0BEC-2828-A016D12E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6D3BE-D987-3316-2B87-DD4BD42C0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8DEC2-5947-0520-22ED-E170F295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AAD0A-273F-7181-A557-6D5E126E9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906D1-5776-F51D-04D3-0B356F8E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25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5AB9-D62E-4956-1D79-A10B345E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EF58B-7A52-54FA-029B-360D1E52E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3E360-62DB-4336-F9EB-1F3E973DD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862DB-EFC4-F171-E826-5271F9F8F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C066-196F-213B-21A7-E0DD4C70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CB630-407D-DCBE-579F-B8743A09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18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5130-8997-D8EE-06FF-7801AE5D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CC8A0-D352-5DBA-CAEA-DB2E0895F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D1839-6159-0E76-95C5-C86B40F0C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619CB-5FF7-49B5-253B-0C49A8A3A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17093-B2A8-177A-D9C4-92C0E2126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3355D7-DBD3-1BB0-279B-A733AAB8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38542-484B-08AE-36E3-E2186B1A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9841C5-2E55-C774-48A4-0AAC9069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74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83DB-0A8E-262C-60AE-3B759380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18390-D774-7B52-7CF5-C2E94718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CF1E5-8420-522E-5900-250D325E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D2919-F53B-E065-6512-6AC7B3B5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7973-092E-8798-054E-6371900AB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E0400-13D1-8CBA-728B-DE933A97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4CF4-E760-786D-59D7-3677F1A2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26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132A-3C2E-1653-12F8-EA8F3873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F9054-DF53-C35C-6C32-6B7FBCD4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5864F-7B75-DB1D-6271-17C083A3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E2581-855F-BE61-1DB1-16FF4C9E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ACC91-DD42-A4F6-1CB2-975A3A1E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3C319-1DC2-BC66-23A8-7E6E1389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74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6201-E13A-E0D9-4476-36D2DD21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B8D52-35AA-C7F6-D668-CD4742CC6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46D01-D197-5250-1A5B-85B480060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ECB10-5F2E-FCA3-2553-7CF2D925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4F550-BA9A-F229-EB73-EFD123F7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2C215-FB59-B3B4-4736-E00CC3F9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67E7-643E-5B68-5C0C-6070308B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CC5DF-EC19-F331-001F-B85A6DDC6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A8E45-5BF2-C337-47AA-A5BD5C6F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C145B-5EDE-F878-2E3B-F92F9B2AF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A0643-6DA3-8508-974A-0D469248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569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8DEB8-EB58-27DD-E587-9A63171EE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618A-D600-BFBA-623D-99ECA7B2C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1F619-3568-2ACE-A753-A493FBA5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9DBB7-4E59-6561-8D98-9871A4B4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C322-94B7-3DCD-90BE-6806438A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90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02F56-35EC-4BB6-1A20-75A930F8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2EBF6-4428-601D-A9F3-79E40084F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140DF-4703-48DE-5953-FFC6DBB7D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D6025-1161-4751-850A-2C7BA001E75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3F46A-5607-BB30-16E9-6A55301A7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FEA7-9A74-A366-D6DC-DA85136CC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144ED-56EC-4B16-A3C3-AAFA50D7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1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492963-EA2A-1B7E-9841-46BB0FA95D9B}"/>
              </a:ext>
            </a:extLst>
          </p:cNvPr>
          <p:cNvSpPr txBox="1"/>
          <p:nvPr/>
        </p:nvSpPr>
        <p:spPr>
          <a:xfrm>
            <a:off x="3048000" y="1446299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Device IP:192.168.248.227</a:t>
            </a:r>
          </a:p>
          <a:p>
            <a:r>
              <a:rPr lang="en-IN" dirty="0"/>
              <a:t>Router IP:192.168.248.186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26F127B-E72A-5416-9986-E27F0E0DEA21}"/>
              </a:ext>
            </a:extLst>
          </p:cNvPr>
          <p:cNvSpPr/>
          <p:nvPr/>
        </p:nvSpPr>
        <p:spPr>
          <a:xfrm>
            <a:off x="5958348" y="2006736"/>
            <a:ext cx="137652" cy="40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D68DE7A-64C0-BA5E-4261-C6F3D93A38F4}"/>
              </a:ext>
            </a:extLst>
          </p:cNvPr>
          <p:cNvSpPr/>
          <p:nvPr/>
        </p:nvSpPr>
        <p:spPr>
          <a:xfrm>
            <a:off x="6027174" y="3293806"/>
            <a:ext cx="137652" cy="40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1C2323-348F-EFF2-9587-B72A0166C4C2}"/>
              </a:ext>
            </a:extLst>
          </p:cNvPr>
          <p:cNvSpPr/>
          <p:nvPr/>
        </p:nvSpPr>
        <p:spPr>
          <a:xfrm>
            <a:off x="5201264" y="1244737"/>
            <a:ext cx="1651819" cy="658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Internet</a:t>
            </a:r>
            <a:endParaRPr lang="en-IN" sz="28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2CBBC-C577-3B44-85B5-592573803C65}"/>
              </a:ext>
            </a:extLst>
          </p:cNvPr>
          <p:cNvSpPr/>
          <p:nvPr/>
        </p:nvSpPr>
        <p:spPr>
          <a:xfrm>
            <a:off x="5058696" y="2458064"/>
            <a:ext cx="1936954" cy="658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err="1"/>
              <a:t>WiFi</a:t>
            </a:r>
            <a:r>
              <a:rPr lang="en-US" sz="2800" b="1" dirty="0"/>
              <a:t> Router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6F39E3-4C4E-41C0-A964-199A1007A92B}"/>
              </a:ext>
            </a:extLst>
          </p:cNvPr>
          <p:cNvSpPr/>
          <p:nvPr/>
        </p:nvSpPr>
        <p:spPr>
          <a:xfrm>
            <a:off x="4992328" y="3873910"/>
            <a:ext cx="2207343" cy="658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My Device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1442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Patil</dc:creator>
  <cp:lastModifiedBy>Sayali Patil</cp:lastModifiedBy>
  <cp:revision>1</cp:revision>
  <dcterms:created xsi:type="dcterms:W3CDTF">2026-06-06T20:39:03Z</dcterms:created>
  <dcterms:modified xsi:type="dcterms:W3CDTF">2026-06-08T08:19:03Z</dcterms:modified>
</cp:coreProperties>
</file>